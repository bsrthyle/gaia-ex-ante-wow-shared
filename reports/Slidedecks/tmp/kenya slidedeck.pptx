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539EBF-543A-4946-8DE2-B5A01EE1F262}" v="15" dt="2024-06-11T15:47:25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A, Joao Vasco (CIMMYT-Zimbabwe)" userId="27dc16e4-c554-42a3-803d-40668d7cdfe8" providerId="ADAL" clId="{88539EBF-543A-4946-8DE2-B5A01EE1F262}"/>
    <pc:docChg chg="custSel addSld delSld modSld sldOrd">
      <pc:chgData name="SILVA, Joao Vasco (CIMMYT-Zimbabwe)" userId="27dc16e4-c554-42a3-803d-40668d7cdfe8" providerId="ADAL" clId="{88539EBF-543A-4946-8DE2-B5A01EE1F262}" dt="2024-06-11T15:50:35.850" v="1424" actId="20577"/>
      <pc:docMkLst>
        <pc:docMk/>
      </pc:docMkLst>
      <pc:sldChg chg="modSp new mod">
        <pc:chgData name="SILVA, Joao Vasco (CIMMYT-Zimbabwe)" userId="27dc16e4-c554-42a3-803d-40668d7cdfe8" providerId="ADAL" clId="{88539EBF-543A-4946-8DE2-B5A01EE1F262}" dt="2024-06-11T15:14:31.243" v="973" actId="20577"/>
        <pc:sldMkLst>
          <pc:docMk/>
          <pc:sldMk cId="1802056428" sldId="256"/>
        </pc:sldMkLst>
        <pc:spChg chg="mod">
          <ac:chgData name="SILVA, Joao Vasco (CIMMYT-Zimbabwe)" userId="27dc16e4-c554-42a3-803d-40668d7cdfe8" providerId="ADAL" clId="{88539EBF-543A-4946-8DE2-B5A01EE1F262}" dt="2024-06-11T08:55:48.334" v="912" actId="20577"/>
          <ac:spMkLst>
            <pc:docMk/>
            <pc:sldMk cId="1802056428" sldId="256"/>
            <ac:spMk id="2" creationId="{75CD30E3-BF74-AC5C-D2CD-6063F91138F0}"/>
          </ac:spMkLst>
        </pc:spChg>
        <pc:spChg chg="mod">
          <ac:chgData name="SILVA, Joao Vasco (CIMMYT-Zimbabwe)" userId="27dc16e4-c554-42a3-803d-40668d7cdfe8" providerId="ADAL" clId="{88539EBF-543A-4946-8DE2-B5A01EE1F262}" dt="2024-06-11T15:14:31.243" v="973" actId="20577"/>
          <ac:spMkLst>
            <pc:docMk/>
            <pc:sldMk cId="1802056428" sldId="256"/>
            <ac:spMk id="3" creationId="{B369EEDC-9A84-79CC-5AE0-78D77F6A0E41}"/>
          </ac:spMkLst>
        </pc:spChg>
      </pc:sldChg>
      <pc:sldChg chg="addSp delSp modSp add del mod">
        <pc:chgData name="SILVA, Joao Vasco (CIMMYT-Zimbabwe)" userId="27dc16e4-c554-42a3-803d-40668d7cdfe8" providerId="ADAL" clId="{88539EBF-543A-4946-8DE2-B5A01EE1F262}" dt="2024-06-11T08:39:56.991" v="70" actId="47"/>
        <pc:sldMkLst>
          <pc:docMk/>
          <pc:sldMk cId="1486225025" sldId="257"/>
        </pc:sldMkLst>
        <pc:spChg chg="del">
          <ac:chgData name="SILVA, Joao Vasco (CIMMYT-Zimbabwe)" userId="27dc16e4-c554-42a3-803d-40668d7cdfe8" providerId="ADAL" clId="{88539EBF-543A-4946-8DE2-B5A01EE1F262}" dt="2024-06-11T08:39:50.517" v="66" actId="478"/>
          <ac:spMkLst>
            <pc:docMk/>
            <pc:sldMk cId="1486225025" sldId="257"/>
            <ac:spMk id="2" creationId="{75CD30E3-BF74-AC5C-D2CD-6063F91138F0}"/>
          </ac:spMkLst>
        </pc:spChg>
        <pc:spChg chg="del">
          <ac:chgData name="SILVA, Joao Vasco (CIMMYT-Zimbabwe)" userId="27dc16e4-c554-42a3-803d-40668d7cdfe8" providerId="ADAL" clId="{88539EBF-543A-4946-8DE2-B5A01EE1F262}" dt="2024-06-11T08:39:52.080" v="67" actId="478"/>
          <ac:spMkLst>
            <pc:docMk/>
            <pc:sldMk cId="1486225025" sldId="257"/>
            <ac:spMk id="3" creationId="{B369EEDC-9A84-79CC-5AE0-78D77F6A0E41}"/>
          </ac:spMkLst>
        </pc:spChg>
        <pc:spChg chg="add del mod">
          <ac:chgData name="SILVA, Joao Vasco (CIMMYT-Zimbabwe)" userId="27dc16e4-c554-42a3-803d-40668d7cdfe8" providerId="ADAL" clId="{88539EBF-543A-4946-8DE2-B5A01EE1F262}" dt="2024-06-11T08:39:53.078" v="69" actId="478"/>
          <ac:spMkLst>
            <pc:docMk/>
            <pc:sldMk cId="1486225025" sldId="257"/>
            <ac:spMk id="5" creationId="{5F436047-CB12-9A0A-EA73-C32CBDB76814}"/>
          </ac:spMkLst>
        </pc:spChg>
        <pc:spChg chg="add del mod">
          <ac:chgData name="SILVA, Joao Vasco (CIMMYT-Zimbabwe)" userId="27dc16e4-c554-42a3-803d-40668d7cdfe8" providerId="ADAL" clId="{88539EBF-543A-4946-8DE2-B5A01EE1F262}" dt="2024-06-11T08:39:52.451" v="68" actId="478"/>
          <ac:spMkLst>
            <pc:docMk/>
            <pc:sldMk cId="1486225025" sldId="257"/>
            <ac:spMk id="7" creationId="{88DDDC5A-8C6C-4A98-1374-D1220D9448A8}"/>
          </ac:spMkLst>
        </pc:spChg>
      </pc:sldChg>
      <pc:sldChg chg="addSp delSp modSp new mod">
        <pc:chgData name="SILVA, Joao Vasco (CIMMYT-Zimbabwe)" userId="27dc16e4-c554-42a3-803d-40668d7cdfe8" providerId="ADAL" clId="{88539EBF-543A-4946-8DE2-B5A01EE1F262}" dt="2024-06-11T08:42:09.381" v="232" actId="1076"/>
        <pc:sldMkLst>
          <pc:docMk/>
          <pc:sldMk cId="3560264083" sldId="257"/>
        </pc:sldMkLst>
        <pc:spChg chg="mod">
          <ac:chgData name="SILVA, Joao Vasco (CIMMYT-Zimbabwe)" userId="27dc16e4-c554-42a3-803d-40668d7cdfe8" providerId="ADAL" clId="{88539EBF-543A-4946-8DE2-B5A01EE1F262}" dt="2024-06-11T08:41:26.323" v="178" actId="404"/>
          <ac:spMkLst>
            <pc:docMk/>
            <pc:sldMk cId="3560264083" sldId="257"/>
            <ac:spMk id="2" creationId="{EE8C1680-63B6-ACB7-7F24-58F4C807B9AB}"/>
          </ac:spMkLst>
        </pc:spChg>
        <pc:spChg chg="del">
          <ac:chgData name="SILVA, Joao Vasco (CIMMYT-Zimbabwe)" userId="27dc16e4-c554-42a3-803d-40668d7cdfe8" providerId="ADAL" clId="{88539EBF-543A-4946-8DE2-B5A01EE1F262}" dt="2024-06-11T08:40:14.816" v="72" actId="478"/>
          <ac:spMkLst>
            <pc:docMk/>
            <pc:sldMk cId="3560264083" sldId="257"/>
            <ac:spMk id="3" creationId="{76EEE78D-CC72-CE07-D319-E75642475342}"/>
          </ac:spMkLst>
        </pc:spChg>
        <pc:spChg chg="add del mod">
          <ac:chgData name="SILVA, Joao Vasco (CIMMYT-Zimbabwe)" userId="27dc16e4-c554-42a3-803d-40668d7cdfe8" providerId="ADAL" clId="{88539EBF-543A-4946-8DE2-B5A01EE1F262}" dt="2024-06-11T08:41:36.650" v="181"/>
          <ac:spMkLst>
            <pc:docMk/>
            <pc:sldMk cId="3560264083" sldId="257"/>
            <ac:spMk id="6" creationId="{92C1EE9B-6097-CFCB-E106-B6E9F1E96FB6}"/>
          </ac:spMkLst>
        </pc:spChg>
        <pc:spChg chg="add mod">
          <ac:chgData name="SILVA, Joao Vasco (CIMMYT-Zimbabwe)" userId="27dc16e4-c554-42a3-803d-40668d7cdfe8" providerId="ADAL" clId="{88539EBF-543A-4946-8DE2-B5A01EE1F262}" dt="2024-06-11T08:42:09.381" v="232" actId="1076"/>
          <ac:spMkLst>
            <pc:docMk/>
            <pc:sldMk cId="3560264083" sldId="257"/>
            <ac:spMk id="7" creationId="{8F2D5356-E53C-EBA8-8BEB-50906667C925}"/>
          </ac:spMkLst>
        </pc:spChg>
        <pc:picChg chg="add mod">
          <ac:chgData name="SILVA, Joao Vasco (CIMMYT-Zimbabwe)" userId="27dc16e4-c554-42a3-803d-40668d7cdfe8" providerId="ADAL" clId="{88539EBF-543A-4946-8DE2-B5A01EE1F262}" dt="2024-06-11T08:41:39.153" v="183" actId="1036"/>
          <ac:picMkLst>
            <pc:docMk/>
            <pc:sldMk cId="3560264083" sldId="257"/>
            <ac:picMk id="5" creationId="{82E63295-F4D2-C02D-5019-AEAB20511271}"/>
          </ac:picMkLst>
        </pc:picChg>
      </pc:sldChg>
      <pc:sldChg chg="addSp delSp modSp add del mod">
        <pc:chgData name="SILVA, Joao Vasco (CIMMYT-Zimbabwe)" userId="27dc16e4-c554-42a3-803d-40668d7cdfe8" providerId="ADAL" clId="{88539EBF-543A-4946-8DE2-B5A01EE1F262}" dt="2024-06-11T08:49:41.343" v="525" actId="47"/>
        <pc:sldMkLst>
          <pc:docMk/>
          <pc:sldMk cId="3778402751" sldId="258"/>
        </pc:sldMkLst>
        <pc:spChg chg="mod">
          <ac:chgData name="SILVA, Joao Vasco (CIMMYT-Zimbabwe)" userId="27dc16e4-c554-42a3-803d-40668d7cdfe8" providerId="ADAL" clId="{88539EBF-543A-4946-8DE2-B5A01EE1F262}" dt="2024-06-11T08:44:48.620" v="322" actId="20577"/>
          <ac:spMkLst>
            <pc:docMk/>
            <pc:sldMk cId="3778402751" sldId="258"/>
            <ac:spMk id="2" creationId="{EE8C1680-63B6-ACB7-7F24-58F4C807B9AB}"/>
          </ac:spMkLst>
        </pc:spChg>
        <pc:spChg chg="add mod">
          <ac:chgData name="SILVA, Joao Vasco (CIMMYT-Zimbabwe)" userId="27dc16e4-c554-42a3-803d-40668d7cdfe8" providerId="ADAL" clId="{88539EBF-543A-4946-8DE2-B5A01EE1F262}" dt="2024-06-11T08:48:11.592" v="494" actId="1038"/>
          <ac:spMkLst>
            <pc:docMk/>
            <pc:sldMk cId="3778402751" sldId="258"/>
            <ac:spMk id="6" creationId="{31E975DB-12A8-8CC4-3167-4A1F6EF39EAF}"/>
          </ac:spMkLst>
        </pc:spChg>
        <pc:spChg chg="mod">
          <ac:chgData name="SILVA, Joao Vasco (CIMMYT-Zimbabwe)" userId="27dc16e4-c554-42a3-803d-40668d7cdfe8" providerId="ADAL" clId="{88539EBF-543A-4946-8DE2-B5A01EE1F262}" dt="2024-06-11T08:48:15.326" v="495" actId="1076"/>
          <ac:spMkLst>
            <pc:docMk/>
            <pc:sldMk cId="3778402751" sldId="258"/>
            <ac:spMk id="7" creationId="{8F2D5356-E53C-EBA8-8BEB-50906667C925}"/>
          </ac:spMkLst>
        </pc:spChg>
        <pc:picChg chg="add mod">
          <ac:chgData name="SILVA, Joao Vasco (CIMMYT-Zimbabwe)" userId="27dc16e4-c554-42a3-803d-40668d7cdfe8" providerId="ADAL" clId="{88539EBF-543A-4946-8DE2-B5A01EE1F262}" dt="2024-06-11T08:48:11.592" v="494" actId="1038"/>
          <ac:picMkLst>
            <pc:docMk/>
            <pc:sldMk cId="3778402751" sldId="258"/>
            <ac:picMk id="4" creationId="{6EFFE71C-61C6-ADFA-EB73-B90AA6911A0C}"/>
          </ac:picMkLst>
        </pc:picChg>
        <pc:picChg chg="del">
          <ac:chgData name="SILVA, Joao Vasco (CIMMYT-Zimbabwe)" userId="27dc16e4-c554-42a3-803d-40668d7cdfe8" providerId="ADAL" clId="{88539EBF-543A-4946-8DE2-B5A01EE1F262}" dt="2024-06-11T08:42:44.529" v="234" actId="478"/>
          <ac:picMkLst>
            <pc:docMk/>
            <pc:sldMk cId="3778402751" sldId="258"/>
            <ac:picMk id="5" creationId="{82E63295-F4D2-C02D-5019-AEAB20511271}"/>
          </ac:picMkLst>
        </pc:picChg>
      </pc:sldChg>
      <pc:sldChg chg="addSp modSp add mod">
        <pc:chgData name="SILVA, Joao Vasco (CIMMYT-Zimbabwe)" userId="27dc16e4-c554-42a3-803d-40668d7cdfe8" providerId="ADAL" clId="{88539EBF-543A-4946-8DE2-B5A01EE1F262}" dt="2024-06-11T15:50:35.850" v="1424" actId="20577"/>
        <pc:sldMkLst>
          <pc:docMk/>
          <pc:sldMk cId="368383943" sldId="259"/>
        </pc:sldMkLst>
        <pc:spChg chg="mod">
          <ac:chgData name="SILVA, Joao Vasco (CIMMYT-Zimbabwe)" userId="27dc16e4-c554-42a3-803d-40668d7cdfe8" providerId="ADAL" clId="{88539EBF-543A-4946-8DE2-B5A01EE1F262}" dt="2024-06-11T15:50:35.850" v="1424" actId="20577"/>
          <ac:spMkLst>
            <pc:docMk/>
            <pc:sldMk cId="368383943" sldId="259"/>
            <ac:spMk id="2" creationId="{EE8C1680-63B6-ACB7-7F24-58F4C807B9AB}"/>
          </ac:spMkLst>
        </pc:spChg>
        <pc:spChg chg="mod">
          <ac:chgData name="SILVA, Joao Vasco (CIMMYT-Zimbabwe)" userId="27dc16e4-c554-42a3-803d-40668d7cdfe8" providerId="ADAL" clId="{88539EBF-543A-4946-8DE2-B5A01EE1F262}" dt="2024-06-11T08:49:33.389" v="524" actId="1076"/>
          <ac:spMkLst>
            <pc:docMk/>
            <pc:sldMk cId="368383943" sldId="259"/>
            <ac:spMk id="6" creationId="{31E975DB-12A8-8CC4-3167-4A1F6EF39EAF}"/>
          </ac:spMkLst>
        </pc:spChg>
        <pc:picChg chg="add mod">
          <ac:chgData name="SILVA, Joao Vasco (CIMMYT-Zimbabwe)" userId="27dc16e4-c554-42a3-803d-40668d7cdfe8" providerId="ADAL" clId="{88539EBF-543A-4946-8DE2-B5A01EE1F262}" dt="2024-06-11T08:49:28.461" v="523" actId="1038"/>
          <ac:picMkLst>
            <pc:docMk/>
            <pc:sldMk cId="368383943" sldId="259"/>
            <ac:picMk id="3" creationId="{61D54904-F833-FBF7-4FDE-8B241210B96F}"/>
          </ac:picMkLst>
        </pc:picChg>
        <pc:picChg chg="mod">
          <ac:chgData name="SILVA, Joao Vasco (CIMMYT-Zimbabwe)" userId="27dc16e4-c554-42a3-803d-40668d7cdfe8" providerId="ADAL" clId="{88539EBF-543A-4946-8DE2-B5A01EE1F262}" dt="2024-06-11T08:49:22.359" v="514" actId="1038"/>
          <ac:picMkLst>
            <pc:docMk/>
            <pc:sldMk cId="368383943" sldId="259"/>
            <ac:picMk id="4" creationId="{6EFFE71C-61C6-ADFA-EB73-B90AA6911A0C}"/>
          </ac:picMkLst>
        </pc:picChg>
      </pc:sldChg>
      <pc:sldChg chg="addSp delSp modSp add mod">
        <pc:chgData name="SILVA, Joao Vasco (CIMMYT-Zimbabwe)" userId="27dc16e4-c554-42a3-803d-40668d7cdfe8" providerId="ADAL" clId="{88539EBF-543A-4946-8DE2-B5A01EE1F262}" dt="2024-06-11T15:49:20.771" v="1323" actId="20577"/>
        <pc:sldMkLst>
          <pc:docMk/>
          <pc:sldMk cId="311163957" sldId="260"/>
        </pc:sldMkLst>
        <pc:spChg chg="mod">
          <ac:chgData name="SILVA, Joao Vasco (CIMMYT-Zimbabwe)" userId="27dc16e4-c554-42a3-803d-40668d7cdfe8" providerId="ADAL" clId="{88539EBF-543A-4946-8DE2-B5A01EE1F262}" dt="2024-06-11T15:49:20.771" v="1323" actId="20577"/>
          <ac:spMkLst>
            <pc:docMk/>
            <pc:sldMk cId="311163957" sldId="260"/>
            <ac:spMk id="2" creationId="{EE8C1680-63B6-ACB7-7F24-58F4C807B9AB}"/>
          </ac:spMkLst>
        </pc:spChg>
        <pc:spChg chg="add mod">
          <ac:chgData name="SILVA, Joao Vasco (CIMMYT-Zimbabwe)" userId="27dc16e4-c554-42a3-803d-40668d7cdfe8" providerId="ADAL" clId="{88539EBF-543A-4946-8DE2-B5A01EE1F262}" dt="2024-06-11T15:48:59.918" v="1310" actId="1035"/>
          <ac:spMkLst>
            <pc:docMk/>
            <pc:sldMk cId="311163957" sldId="260"/>
            <ac:spMk id="5" creationId="{35238A2D-C42A-7A5B-BDDA-BE804F64B973}"/>
          </ac:spMkLst>
        </pc:spChg>
        <pc:spChg chg="del mod">
          <ac:chgData name="SILVA, Joao Vasco (CIMMYT-Zimbabwe)" userId="27dc16e4-c554-42a3-803d-40668d7cdfe8" providerId="ADAL" clId="{88539EBF-543A-4946-8DE2-B5A01EE1F262}" dt="2024-06-11T08:50:04.579" v="531" actId="478"/>
          <ac:spMkLst>
            <pc:docMk/>
            <pc:sldMk cId="311163957" sldId="260"/>
            <ac:spMk id="6" creationId="{31E975DB-12A8-8CC4-3167-4A1F6EF39EAF}"/>
          </ac:spMkLst>
        </pc:spChg>
        <pc:spChg chg="add mod">
          <ac:chgData name="SILVA, Joao Vasco (CIMMYT-Zimbabwe)" userId="27dc16e4-c554-42a3-803d-40668d7cdfe8" providerId="ADAL" clId="{88539EBF-543A-4946-8DE2-B5A01EE1F262}" dt="2024-06-11T15:48:59.918" v="1310" actId="1035"/>
          <ac:spMkLst>
            <pc:docMk/>
            <pc:sldMk cId="311163957" sldId="260"/>
            <ac:spMk id="6" creationId="{AAAB5F34-1D67-3278-73CB-E8DDE2904568}"/>
          </ac:spMkLst>
        </pc:spChg>
        <pc:spChg chg="mod">
          <ac:chgData name="SILVA, Joao Vasco (CIMMYT-Zimbabwe)" userId="27dc16e4-c554-42a3-803d-40668d7cdfe8" providerId="ADAL" clId="{88539EBF-543A-4946-8DE2-B5A01EE1F262}" dt="2024-06-11T15:48:01.251" v="1216" actId="1076"/>
          <ac:spMkLst>
            <pc:docMk/>
            <pc:sldMk cId="311163957" sldId="260"/>
            <ac:spMk id="7" creationId="{8F2D5356-E53C-EBA8-8BEB-50906667C925}"/>
          </ac:spMkLst>
        </pc:spChg>
        <pc:picChg chg="del">
          <ac:chgData name="SILVA, Joao Vasco (CIMMYT-Zimbabwe)" userId="27dc16e4-c554-42a3-803d-40668d7cdfe8" providerId="ADAL" clId="{88539EBF-543A-4946-8DE2-B5A01EE1F262}" dt="2024-06-11T08:50:03.710" v="529" actId="478"/>
          <ac:picMkLst>
            <pc:docMk/>
            <pc:sldMk cId="311163957" sldId="260"/>
            <ac:picMk id="3" creationId="{61D54904-F833-FBF7-4FDE-8B241210B96F}"/>
          </ac:picMkLst>
        </pc:picChg>
        <pc:picChg chg="del">
          <ac:chgData name="SILVA, Joao Vasco (CIMMYT-Zimbabwe)" userId="27dc16e4-c554-42a3-803d-40668d7cdfe8" providerId="ADAL" clId="{88539EBF-543A-4946-8DE2-B5A01EE1F262}" dt="2024-06-11T08:50:03.119" v="528" actId="478"/>
          <ac:picMkLst>
            <pc:docMk/>
            <pc:sldMk cId="311163957" sldId="260"/>
            <ac:picMk id="4" creationId="{6EFFE71C-61C6-ADFA-EB73-B90AA6911A0C}"/>
          </ac:picMkLst>
        </pc:picChg>
        <pc:picChg chg="add mod">
          <ac:chgData name="SILVA, Joao Vasco (CIMMYT-Zimbabwe)" userId="27dc16e4-c554-42a3-803d-40668d7cdfe8" providerId="ADAL" clId="{88539EBF-543A-4946-8DE2-B5A01EE1F262}" dt="2024-06-11T15:48:59.918" v="1310" actId="1035"/>
          <ac:picMkLst>
            <pc:docMk/>
            <pc:sldMk cId="311163957" sldId="260"/>
            <ac:picMk id="4" creationId="{92264E3F-319E-D445-5220-6A8D9ECC7AA6}"/>
          </ac:picMkLst>
        </pc:picChg>
      </pc:sldChg>
      <pc:sldChg chg="addSp delSp modSp add mod">
        <pc:chgData name="SILVA, Joao Vasco (CIMMYT-Zimbabwe)" userId="27dc16e4-c554-42a3-803d-40668d7cdfe8" providerId="ADAL" clId="{88539EBF-543A-4946-8DE2-B5A01EE1F262}" dt="2024-06-11T15:49:38.624" v="1360" actId="20577"/>
        <pc:sldMkLst>
          <pc:docMk/>
          <pc:sldMk cId="1921160961" sldId="261"/>
        </pc:sldMkLst>
        <pc:spChg chg="mod">
          <ac:chgData name="SILVA, Joao Vasco (CIMMYT-Zimbabwe)" userId="27dc16e4-c554-42a3-803d-40668d7cdfe8" providerId="ADAL" clId="{88539EBF-543A-4946-8DE2-B5A01EE1F262}" dt="2024-06-11T15:49:38.624" v="1360" actId="20577"/>
          <ac:spMkLst>
            <pc:docMk/>
            <pc:sldMk cId="1921160961" sldId="261"/>
            <ac:spMk id="2" creationId="{EE8C1680-63B6-ACB7-7F24-58F4C807B9AB}"/>
          </ac:spMkLst>
        </pc:spChg>
        <pc:spChg chg="mod">
          <ac:chgData name="SILVA, Joao Vasco (CIMMYT-Zimbabwe)" userId="27dc16e4-c554-42a3-803d-40668d7cdfe8" providerId="ADAL" clId="{88539EBF-543A-4946-8DE2-B5A01EE1F262}" dt="2024-06-11T08:52:49.897" v="766" actId="1035"/>
          <ac:spMkLst>
            <pc:docMk/>
            <pc:sldMk cId="1921160961" sldId="261"/>
            <ac:spMk id="6" creationId="{31E975DB-12A8-8CC4-3167-4A1F6EF39EAF}"/>
          </ac:spMkLst>
        </pc:spChg>
        <pc:spChg chg="mod">
          <ac:chgData name="SILVA, Joao Vasco (CIMMYT-Zimbabwe)" userId="27dc16e4-c554-42a3-803d-40668d7cdfe8" providerId="ADAL" clId="{88539EBF-543A-4946-8DE2-B5A01EE1F262}" dt="2024-06-11T08:53:19.221" v="811" actId="1076"/>
          <ac:spMkLst>
            <pc:docMk/>
            <pc:sldMk cId="1921160961" sldId="261"/>
            <ac:spMk id="7" creationId="{8F2D5356-E53C-EBA8-8BEB-50906667C925}"/>
          </ac:spMkLst>
        </pc:spChg>
        <pc:picChg chg="del">
          <ac:chgData name="SILVA, Joao Vasco (CIMMYT-Zimbabwe)" userId="27dc16e4-c554-42a3-803d-40668d7cdfe8" providerId="ADAL" clId="{88539EBF-543A-4946-8DE2-B5A01EE1F262}" dt="2024-06-11T08:52:22.309" v="667" actId="478"/>
          <ac:picMkLst>
            <pc:docMk/>
            <pc:sldMk cId="1921160961" sldId="261"/>
            <ac:picMk id="3" creationId="{61D54904-F833-FBF7-4FDE-8B241210B96F}"/>
          </ac:picMkLst>
        </pc:picChg>
        <pc:picChg chg="del">
          <ac:chgData name="SILVA, Joao Vasco (CIMMYT-Zimbabwe)" userId="27dc16e4-c554-42a3-803d-40668d7cdfe8" providerId="ADAL" clId="{88539EBF-543A-4946-8DE2-B5A01EE1F262}" dt="2024-06-11T08:51:34.660" v="663" actId="478"/>
          <ac:picMkLst>
            <pc:docMk/>
            <pc:sldMk cId="1921160961" sldId="261"/>
            <ac:picMk id="4" creationId="{6EFFE71C-61C6-ADFA-EB73-B90AA6911A0C}"/>
          </ac:picMkLst>
        </pc:picChg>
        <pc:picChg chg="add mod ord">
          <ac:chgData name="SILVA, Joao Vasco (CIMMYT-Zimbabwe)" userId="27dc16e4-c554-42a3-803d-40668d7cdfe8" providerId="ADAL" clId="{88539EBF-543A-4946-8DE2-B5A01EE1F262}" dt="2024-06-11T08:51:32.666" v="662" actId="167"/>
          <ac:picMkLst>
            <pc:docMk/>
            <pc:sldMk cId="1921160961" sldId="261"/>
            <ac:picMk id="8" creationId="{AE66C2EB-20C0-3D37-CAA0-A8CFC2CDBDEF}"/>
          </ac:picMkLst>
        </pc:picChg>
        <pc:picChg chg="add mod ord">
          <ac:chgData name="SILVA, Joao Vasco (CIMMYT-Zimbabwe)" userId="27dc16e4-c554-42a3-803d-40668d7cdfe8" providerId="ADAL" clId="{88539EBF-543A-4946-8DE2-B5A01EE1F262}" dt="2024-06-11T08:52:26.866" v="673" actId="1038"/>
          <ac:picMkLst>
            <pc:docMk/>
            <pc:sldMk cId="1921160961" sldId="261"/>
            <ac:picMk id="9" creationId="{87FBBC4F-4695-8B4B-CB95-FF9BC6D5D13E}"/>
          </ac:picMkLst>
        </pc:picChg>
      </pc:sldChg>
      <pc:sldChg chg="addSp delSp modSp add mod ord">
        <pc:chgData name="SILVA, Joao Vasco (CIMMYT-Zimbabwe)" userId="27dc16e4-c554-42a3-803d-40668d7cdfe8" providerId="ADAL" clId="{88539EBF-543A-4946-8DE2-B5A01EE1F262}" dt="2024-06-11T15:49:52.542" v="1371"/>
        <pc:sldMkLst>
          <pc:docMk/>
          <pc:sldMk cId="1750970254" sldId="262"/>
        </pc:sldMkLst>
        <pc:spChg chg="mod">
          <ac:chgData name="SILVA, Joao Vasco (CIMMYT-Zimbabwe)" userId="27dc16e4-c554-42a3-803d-40668d7cdfe8" providerId="ADAL" clId="{88539EBF-543A-4946-8DE2-B5A01EE1F262}" dt="2024-06-11T15:49:47.208" v="1369" actId="20577"/>
          <ac:spMkLst>
            <pc:docMk/>
            <pc:sldMk cId="1750970254" sldId="262"/>
            <ac:spMk id="2" creationId="{EE8C1680-63B6-ACB7-7F24-58F4C807B9AB}"/>
          </ac:spMkLst>
        </pc:spChg>
        <pc:spChg chg="del">
          <ac:chgData name="SILVA, Joao Vasco (CIMMYT-Zimbabwe)" userId="27dc16e4-c554-42a3-803d-40668d7cdfe8" providerId="ADAL" clId="{88539EBF-543A-4946-8DE2-B5A01EE1F262}" dt="2024-06-11T08:53:06.078" v="797" actId="478"/>
          <ac:spMkLst>
            <pc:docMk/>
            <pc:sldMk cId="1750970254" sldId="262"/>
            <ac:spMk id="6" creationId="{31E975DB-12A8-8CC4-3167-4A1F6EF39EAF}"/>
          </ac:spMkLst>
        </pc:spChg>
        <pc:spChg chg="del">
          <ac:chgData name="SILVA, Joao Vasco (CIMMYT-Zimbabwe)" userId="27dc16e4-c554-42a3-803d-40668d7cdfe8" providerId="ADAL" clId="{88539EBF-543A-4946-8DE2-B5A01EE1F262}" dt="2024-06-11T08:53:49.010" v="817" actId="478"/>
          <ac:spMkLst>
            <pc:docMk/>
            <pc:sldMk cId="1750970254" sldId="262"/>
            <ac:spMk id="7" creationId="{8F2D5356-E53C-EBA8-8BEB-50906667C925}"/>
          </ac:spMkLst>
        </pc:spChg>
        <pc:picChg chg="add mod">
          <ac:chgData name="SILVA, Joao Vasco (CIMMYT-Zimbabwe)" userId="27dc16e4-c554-42a3-803d-40668d7cdfe8" providerId="ADAL" clId="{88539EBF-543A-4946-8DE2-B5A01EE1F262}" dt="2024-06-11T08:54:39.911" v="847" actId="962"/>
          <ac:picMkLst>
            <pc:docMk/>
            <pc:sldMk cId="1750970254" sldId="262"/>
            <ac:picMk id="4" creationId="{F5CA1ECE-0F33-76FA-66E0-C54FA8C8714A}"/>
          </ac:picMkLst>
        </pc:picChg>
        <pc:picChg chg="del">
          <ac:chgData name="SILVA, Joao Vasco (CIMMYT-Zimbabwe)" userId="27dc16e4-c554-42a3-803d-40668d7cdfe8" providerId="ADAL" clId="{88539EBF-543A-4946-8DE2-B5A01EE1F262}" dt="2024-06-11T08:53:04.629" v="796" actId="478"/>
          <ac:picMkLst>
            <pc:docMk/>
            <pc:sldMk cId="1750970254" sldId="262"/>
            <ac:picMk id="8" creationId="{AE66C2EB-20C0-3D37-CAA0-A8CFC2CDBDEF}"/>
          </ac:picMkLst>
        </pc:picChg>
        <pc:picChg chg="del">
          <ac:chgData name="SILVA, Joao Vasco (CIMMYT-Zimbabwe)" userId="27dc16e4-c554-42a3-803d-40668d7cdfe8" providerId="ADAL" clId="{88539EBF-543A-4946-8DE2-B5A01EE1F262}" dt="2024-06-11T08:53:06.426" v="798" actId="478"/>
          <ac:picMkLst>
            <pc:docMk/>
            <pc:sldMk cId="1750970254" sldId="262"/>
            <ac:picMk id="9" creationId="{87FBBC4F-4695-8B4B-CB95-FF9BC6D5D13E}"/>
          </ac:picMkLst>
        </pc:picChg>
      </pc:sldChg>
      <pc:sldChg chg="addSp delSp modSp add mod ord">
        <pc:chgData name="SILVA, Joao Vasco (CIMMYT-Zimbabwe)" userId="27dc16e4-c554-42a3-803d-40668d7cdfe8" providerId="ADAL" clId="{88539EBF-543A-4946-8DE2-B5A01EE1F262}" dt="2024-06-11T15:49:53.994" v="1373"/>
        <pc:sldMkLst>
          <pc:docMk/>
          <pc:sldMk cId="3461770780" sldId="263"/>
        </pc:sldMkLst>
        <pc:spChg chg="mod">
          <ac:chgData name="SILVA, Joao Vasco (CIMMYT-Zimbabwe)" userId="27dc16e4-c554-42a3-803d-40668d7cdfe8" providerId="ADAL" clId="{88539EBF-543A-4946-8DE2-B5A01EE1F262}" dt="2024-06-11T15:49:25.921" v="1327" actId="20577"/>
          <ac:spMkLst>
            <pc:docMk/>
            <pc:sldMk cId="3461770780" sldId="263"/>
            <ac:spMk id="2" creationId="{EE8C1680-63B6-ACB7-7F24-58F4C807B9AB}"/>
          </ac:spMkLst>
        </pc:spChg>
        <pc:spChg chg="del">
          <ac:chgData name="SILVA, Joao Vasco (CIMMYT-Zimbabwe)" userId="27dc16e4-c554-42a3-803d-40668d7cdfe8" providerId="ADAL" clId="{88539EBF-543A-4946-8DE2-B5A01EE1F262}" dt="2024-06-11T08:54:24.383" v="842" actId="478"/>
          <ac:spMkLst>
            <pc:docMk/>
            <pc:sldMk cId="3461770780" sldId="263"/>
            <ac:spMk id="7" creationId="{8F2D5356-E53C-EBA8-8BEB-50906667C925}"/>
          </ac:spMkLst>
        </pc:spChg>
        <pc:picChg chg="add mod">
          <ac:chgData name="SILVA, Joao Vasco (CIMMYT-Zimbabwe)" userId="27dc16e4-c554-42a3-803d-40668d7cdfe8" providerId="ADAL" clId="{88539EBF-543A-4946-8DE2-B5A01EE1F262}" dt="2024-06-11T08:55:01.505" v="850" actId="14100"/>
          <ac:picMkLst>
            <pc:docMk/>
            <pc:sldMk cId="3461770780" sldId="263"/>
            <ac:picMk id="4" creationId="{B6487037-E2A0-A48C-B88C-FB5FE6CBABA6}"/>
          </ac:picMkLst>
        </pc:picChg>
        <pc:picChg chg="add del mod">
          <ac:chgData name="SILVA, Joao Vasco (CIMMYT-Zimbabwe)" userId="27dc16e4-c554-42a3-803d-40668d7cdfe8" providerId="ADAL" clId="{88539EBF-543A-4946-8DE2-B5A01EE1F262}" dt="2024-06-11T08:55:05.399" v="851" actId="478"/>
          <ac:picMkLst>
            <pc:docMk/>
            <pc:sldMk cId="3461770780" sldId="263"/>
            <ac:picMk id="5" creationId="{49ADB6B2-599B-519B-C4FC-EB199B7A49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C4B4-3D85-CDC6-DAC9-C2B910A15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A3170-5FF6-425F-35E2-608465908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5C9B-16EC-390A-FE07-884CBCCA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4F948-618F-EF7A-A7D8-082D36BA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EF07D-693D-C0E9-4DF7-B85EC87F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5341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4220A-4547-B047-82F9-1D842DB0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FC086-B425-1200-06DC-DA4A110EE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1C4E3-E3B4-E369-D75B-474FF815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7DC32-14EF-79E5-EFA2-ECEB17F4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47E3-25EA-9337-B83B-53CC123C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54889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DA7D-CC81-F7A0-02CB-7CB903EE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2FA4D-4532-B98E-5579-700097FBA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BB517-F246-BE97-3942-98574757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A2473-B862-D4A2-BCB5-B99D7154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4CE98-279E-B2F2-1305-9D72C05F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92242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D8F5-3426-73C7-F753-774B914A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680B-30D8-1E0A-1D24-4EF6E7882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E58AF-9266-9631-6936-F7E9D5ADD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AFBFF-9A15-4EE0-F70F-73CE152F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8B799-1B4A-D0FB-5091-0A79C15D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3F6EC-5029-3076-D936-7FFF76CD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46252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D839-91BD-FB07-9A27-14951059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870A7-4257-F913-D2EF-1BD41DCAC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C1161-1DB9-3B90-29D3-93BB08CB2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0F71A-C565-357C-2DDE-CB2C5951A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D19E-C2FF-5E24-A2D4-FA315A5CF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5EB5E-4DD3-3E19-D011-46E763E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D49F8-4364-3C78-EC2C-0F8C2547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A86D8-F857-C990-DCA3-686A1660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33494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963A-AF77-EF03-D1D3-02D109C9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7DD84-CB43-6380-6D61-DA544C55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3C7E5-C245-D96A-A65A-291B1EC4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25064-D91E-C0D1-BED2-5C5EC41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68365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0D05B-BF1B-D3BE-45A7-C3816FEB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39611-C3F8-6781-4B1A-4FF05697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3A4A0-4AF9-5CD0-9641-E4DABB48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07177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0519-B116-4FEE-6D99-AB293842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C5E7-427F-282F-BA58-DC161F896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506EA-0C74-5BBD-2B01-80904390C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CD307-F002-AB3E-CD6F-D45189AE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B675D-D0F6-52FE-42A2-D441C313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2B8F2-01CB-9F67-383A-48E9F41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5071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AF73-F9C7-DA6B-28A3-8A7D9F6E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77F1A-AFD1-3DE0-44A2-02A133E17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733FC-4F23-6AF9-68A8-7D9267C30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9A3B2-D574-3D60-5C84-0E5FCFC3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0F253-9F96-1F2D-F880-BC14729A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ADEA8-A0DB-A0DD-C773-31CE74D9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12346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8CE7-63AD-7B8F-204B-7CDE04EDB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6FC76-640C-7470-5F7B-47F8DABF2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85A2B-C8E5-6406-4558-A79D7267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1C60-1B73-5B1E-A404-517DCD35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FBAFA-BDDD-3CBE-9F64-BE1EA715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69600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EC12F-BE4F-921F-76EC-9803677E7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4E3A9-D6F2-CFAB-7CEA-4EA9A49F9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71820-8B4A-DA9E-F770-21397484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1B55B-B4AA-F938-F008-03D64068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C623C-C30D-5A2E-222E-EA8904CB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67082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A46DE-886D-9B75-095A-2B8A96AD8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A699-0461-F6B7-7087-2D08920C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E3F0E-B4EB-8783-1833-2379D7ADB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897BB-F4F4-4634-96CD-7B9B62411A49}" type="datetimeFigureOut">
              <a:rPr lang="en-ZW" smtClean="0"/>
              <a:t>11/6/2024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97D72-90CC-55F7-6FBC-113FD085E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0327-F8BC-742B-B6F0-FD52D9837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3B625-42AC-4B80-A097-0A3CF5DC15F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72577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cidsoils.africa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30E3-BF74-AC5C-D2CD-6063F9113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data on acid cropland and lime requirements in Kenya</a:t>
            </a:r>
            <a:endParaRPr lang="en-Z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9EEDC-9A84-79CC-5AE0-78D77F6A0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3247"/>
            <a:ext cx="9144000" cy="1655762"/>
          </a:xfrm>
        </p:spPr>
        <p:txBody>
          <a:bodyPr/>
          <a:lstStyle/>
          <a:p>
            <a:r>
              <a:rPr lang="en-US" dirty="0"/>
              <a:t>Joao Vasco </a:t>
            </a:r>
            <a:r>
              <a:rPr lang="en-US" dirty="0" err="1"/>
              <a:t>Silva,</a:t>
            </a:r>
            <a:r>
              <a:rPr lang="en-US" dirty="0"/>
              <a:t> Jordan Chamberlin, Christian Witt</a:t>
            </a:r>
          </a:p>
          <a:p>
            <a:r>
              <a:rPr lang="en-US" dirty="0">
                <a:hlinkClick r:id="rId2"/>
              </a:rPr>
              <a:t>www.acidsoils.africa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180205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Top-10 counties with acidic cropland </a:t>
            </a:r>
            <a:br>
              <a:rPr lang="en-US" dirty="0"/>
            </a:br>
            <a:r>
              <a:rPr lang="en-US" sz="3200" dirty="0"/>
              <a:t>(exchangeable acidity &gt;10% ECEC)</a:t>
            </a:r>
            <a:endParaRPr lang="en-ZW" dirty="0"/>
          </a:p>
        </p:txBody>
      </p:sp>
      <p:pic>
        <p:nvPicPr>
          <p:cNvPr id="5" name="Picture 4" descr="A comparison of blue and green bars&#10;&#10;Description automatically generated">
            <a:extLst>
              <a:ext uri="{FF2B5EF4-FFF2-40B4-BE49-F238E27FC236}">
                <a16:creationId xmlns:a16="http://schemas.microsoft.com/office/drawing/2014/main" id="{82E63295-F4D2-C02D-5019-AEAB20511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710144"/>
            <a:ext cx="9144018" cy="5029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D5356-E53C-EBA8-8BEB-50906667C925}"/>
              </a:ext>
            </a:extLst>
          </p:cNvPr>
          <p:cNvSpPr txBox="1"/>
          <p:nvPr/>
        </p:nvSpPr>
        <p:spPr>
          <a:xfrm>
            <a:off x="10687455" y="5729591"/>
            <a:ext cx="133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Source</a:t>
            </a:r>
            <a:r>
              <a:rPr lang="en-US" dirty="0"/>
              <a:t>: </a:t>
            </a:r>
            <a:r>
              <a:rPr lang="en-US" dirty="0" err="1"/>
              <a:t>Geosurvey</a:t>
            </a:r>
            <a:r>
              <a:rPr lang="en-US" dirty="0"/>
              <a:t> </a:t>
            </a:r>
            <a:r>
              <a:rPr lang="en-US" dirty="0" err="1"/>
              <a:t>SoilGrids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356026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Total crop area distribution (ha)</a:t>
            </a:r>
            <a:endParaRPr lang="en-ZW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D5356-E53C-EBA8-8BEB-50906667C925}"/>
              </a:ext>
            </a:extLst>
          </p:cNvPr>
          <p:cNvSpPr txBox="1"/>
          <p:nvPr/>
        </p:nvSpPr>
        <p:spPr>
          <a:xfrm>
            <a:off x="10162161" y="5933872"/>
            <a:ext cx="1332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Source</a:t>
            </a:r>
            <a:r>
              <a:rPr lang="en-US" dirty="0"/>
              <a:t>: MapSPAM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FE71C-61C6-ADFA-EB73-B90AA6911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3" y="1463665"/>
            <a:ext cx="5029210" cy="5029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E975DB-12A8-8CC4-3167-4A1F6EF39EAF}"/>
              </a:ext>
            </a:extLst>
          </p:cNvPr>
          <p:cNvSpPr txBox="1"/>
          <p:nvPr/>
        </p:nvSpPr>
        <p:spPr>
          <a:xfrm>
            <a:off x="6358038" y="1743748"/>
            <a:ext cx="4534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Total crop area in the top-10 most acidic counties, not segregated by acidic cropland.</a:t>
            </a:r>
            <a:endParaRPr lang="en-ZW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54904-F833-FBF7-4FDE-8B241210B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67" y="3203480"/>
            <a:ext cx="6469380" cy="20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Additional production (t) and value (US$)</a:t>
            </a:r>
            <a:endParaRPr lang="en-ZW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D5356-E53C-EBA8-8BEB-50906667C925}"/>
              </a:ext>
            </a:extLst>
          </p:cNvPr>
          <p:cNvSpPr txBox="1"/>
          <p:nvPr/>
        </p:nvSpPr>
        <p:spPr>
          <a:xfrm>
            <a:off x="10282136" y="5440701"/>
            <a:ext cx="1332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Source</a:t>
            </a:r>
            <a:r>
              <a:rPr lang="en-US" dirty="0"/>
              <a:t>: MapSPAM</a:t>
            </a:r>
          </a:p>
          <a:p>
            <a:pPr algn="ctr"/>
            <a:r>
              <a:rPr lang="en-US" dirty="0" err="1"/>
              <a:t>SoilGrids</a:t>
            </a:r>
            <a:endParaRPr lang="en-US" dirty="0"/>
          </a:p>
          <a:p>
            <a:pPr algn="ctr"/>
            <a:r>
              <a:rPr lang="en-US" dirty="0"/>
              <a:t>FAOSTAT</a:t>
            </a:r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92264E3F-319E-D445-5220-6A8D9ECC7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22" y="1689641"/>
            <a:ext cx="9144018" cy="5029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238A2D-C42A-7A5B-BDDA-BE804F64B973}"/>
              </a:ext>
            </a:extLst>
          </p:cNvPr>
          <p:cNvSpPr txBox="1"/>
          <p:nvPr/>
        </p:nvSpPr>
        <p:spPr>
          <a:xfrm>
            <a:off x="9646603" y="1931901"/>
            <a:ext cx="189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Background tabular data provided as MS Excel file.</a:t>
            </a:r>
            <a:endParaRPr lang="en-ZW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B5F34-1D67-3278-73CB-E8DDE2904568}"/>
              </a:ext>
            </a:extLst>
          </p:cNvPr>
          <p:cNvSpPr txBox="1"/>
          <p:nvPr/>
        </p:nvSpPr>
        <p:spPr>
          <a:xfrm>
            <a:off x="9646603" y="3449330"/>
            <a:ext cx="189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to refer to additional production and value only, irrespective of profitability.</a:t>
            </a:r>
            <a:endParaRPr lang="en-ZW" sz="2000" dirty="0"/>
          </a:p>
        </p:txBody>
      </p:sp>
    </p:spTree>
    <p:extLst>
      <p:ext uri="{BB962C8B-B14F-4D97-AF65-F5344CB8AC3E}">
        <p14:creationId xmlns:p14="http://schemas.microsoft.com/office/powerpoint/2010/main" val="31116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Yield loss (%) for maize and bean</a:t>
            </a:r>
            <a:endParaRPr lang="en-ZW" dirty="0"/>
          </a:p>
        </p:txBody>
      </p:sp>
      <p:pic>
        <p:nvPicPr>
          <p:cNvPr id="4" name="Picture 3" descr="A close-up of a map&#10;&#10;Description automatically generated">
            <a:extLst>
              <a:ext uri="{FF2B5EF4-FFF2-40B4-BE49-F238E27FC236}">
                <a16:creationId xmlns:a16="http://schemas.microsoft.com/office/drawing/2014/main" id="{B6487037-E2A0-A48C-B88C-FB5FE6CB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468003"/>
            <a:ext cx="10495939" cy="49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7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FBBC4F-4695-8B4B-CB95-FF9BC6D5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79" y="3203480"/>
            <a:ext cx="6400800" cy="2026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66C2EB-20C0-3D37-CAA0-A8CFC2CDB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63" y="1463665"/>
            <a:ext cx="5029210" cy="5029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Lime requirements (t) for acid soil remediation</a:t>
            </a:r>
            <a:endParaRPr lang="en-ZW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D5356-E53C-EBA8-8BEB-50906667C925}"/>
              </a:ext>
            </a:extLst>
          </p:cNvPr>
          <p:cNvSpPr txBox="1"/>
          <p:nvPr/>
        </p:nvSpPr>
        <p:spPr>
          <a:xfrm>
            <a:off x="10225730" y="5642042"/>
            <a:ext cx="133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Source</a:t>
            </a:r>
            <a:r>
              <a:rPr lang="en-US" dirty="0"/>
              <a:t>: MapSPAM</a:t>
            </a:r>
          </a:p>
          <a:p>
            <a:pPr algn="ctr"/>
            <a:r>
              <a:rPr lang="en-US" dirty="0" err="1"/>
              <a:t>SoilGrids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975DB-12A8-8CC4-3167-4A1F6EF39EAF}"/>
              </a:ext>
            </a:extLst>
          </p:cNvPr>
          <p:cNvSpPr txBox="1"/>
          <p:nvPr/>
        </p:nvSpPr>
        <p:spPr>
          <a:xfrm>
            <a:off x="6358038" y="1938301"/>
            <a:ext cx="4534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Lime requirements to alleviate acid soil constraints above 10% of ECEC.</a:t>
            </a:r>
            <a:endParaRPr lang="en-ZW" sz="2200" dirty="0"/>
          </a:p>
        </p:txBody>
      </p:sp>
    </p:spTree>
    <p:extLst>
      <p:ext uri="{BB962C8B-B14F-4D97-AF65-F5344CB8AC3E}">
        <p14:creationId xmlns:p14="http://schemas.microsoft.com/office/powerpoint/2010/main" val="192116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1680-63B6-ACB7-7F24-58F4C807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Lime rates (t/ha) for maize and bean</a:t>
            </a:r>
            <a:endParaRPr lang="en-ZW" dirty="0"/>
          </a:p>
        </p:txBody>
      </p:sp>
      <p:pic>
        <p:nvPicPr>
          <p:cNvPr id="4" name="Picture 3" descr="A map of different types of land&#10;&#10;Description automatically generated">
            <a:extLst>
              <a:ext uri="{FF2B5EF4-FFF2-40B4-BE49-F238E27FC236}">
                <a16:creationId xmlns:a16="http://schemas.microsoft.com/office/drawing/2014/main" id="{F5CA1ECE-0F33-76FA-66E0-C54FA8C87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61" y="1468003"/>
            <a:ext cx="10476277" cy="497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7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150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Summary data on acid cropland and lime requirements in Kenya</vt:lpstr>
      <vt:lpstr>Top-10 counties with acidic cropland  (exchangeable acidity &gt;10% ECEC)</vt:lpstr>
      <vt:lpstr>Total crop area distribution (ha)</vt:lpstr>
      <vt:lpstr>Additional production (t) and value (US$)</vt:lpstr>
      <vt:lpstr>Yield loss (%) for maize and bean</vt:lpstr>
      <vt:lpstr>Lime requirements (t) for acid soil remediation</vt:lpstr>
      <vt:lpstr>Lime rates (t/ha) for maize and bean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SILVA, Joao Vasco (CIMMYT-Zimbabwe)</dc:creator>
  <cp:lastModifiedBy>SILVA, Joao Vasco (CIMMYT-Zimbabwe)</cp:lastModifiedBy>
  <cp:revision>1</cp:revision>
  <dcterms:created xsi:type="dcterms:W3CDTF">2024-06-11T08:38:29Z</dcterms:created>
  <dcterms:modified xsi:type="dcterms:W3CDTF">2024-06-11T15:50:39Z</dcterms:modified>
</cp:coreProperties>
</file>